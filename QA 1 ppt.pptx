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22"/>
  </p:notesMasterIdLst>
  <p:sldIdLst>
    <p:sldId id="262" r:id="rId2"/>
    <p:sldId id="285" r:id="rId3"/>
    <p:sldId id="257" r:id="rId4"/>
    <p:sldId id="258" r:id="rId5"/>
    <p:sldId id="263" r:id="rId6"/>
    <p:sldId id="264" r:id="rId7"/>
    <p:sldId id="265" r:id="rId8"/>
    <p:sldId id="266" r:id="rId9"/>
    <p:sldId id="267" r:id="rId10"/>
    <p:sldId id="268" r:id="rId11"/>
    <p:sldId id="271" r:id="rId12"/>
    <p:sldId id="272" r:id="rId13"/>
    <p:sldId id="273" r:id="rId14"/>
    <p:sldId id="275" r:id="rId15"/>
    <p:sldId id="276" r:id="rId16"/>
    <p:sldId id="278" r:id="rId17"/>
    <p:sldId id="279" r:id="rId18"/>
    <p:sldId id="280" r:id="rId19"/>
    <p:sldId id="284" r:id="rId20"/>
    <p:sldId id="28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6B785F-CB74-408A-8684-70B322DCE1D7}" v="48" dt="2025-11-01T15:05:00.1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28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0CF286-F70C-4386-AB91-70B722B6899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8F5DC-3428-4EBC-87E0-92F43A4A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07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8F5DC-3428-4EBC-87E0-92F43A4A2A1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37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32064C5B-2190-442A-AE0B-0F2DE394093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DBBB51B-8FBC-46FF-BAF1-7AD27E131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3418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64C5B-2190-442A-AE0B-0F2DE394093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BB51B-8FBC-46FF-BAF1-7AD27E131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858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2064C5B-2190-442A-AE0B-0F2DE394093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FDBBB51B-8FBC-46FF-BAF1-7AD27E131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829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64C5B-2190-442A-AE0B-0F2DE394093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BB51B-8FBC-46FF-BAF1-7AD27E131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223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64C5B-2190-442A-AE0B-0F2DE394093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BB51B-8FBC-46FF-BAF1-7AD27E131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016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64C5B-2190-442A-AE0B-0F2DE394093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BB51B-8FBC-46FF-BAF1-7AD27E131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368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64C5B-2190-442A-AE0B-0F2DE394093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BB51B-8FBC-46FF-BAF1-7AD27E131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221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64C5B-2190-442A-AE0B-0F2DE394093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DBBB51B-8FBC-46FF-BAF1-7AD27E13191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183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32064C5B-2190-442A-AE0B-0F2DE394093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DBBB51B-8FBC-46FF-BAF1-7AD27E13191D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224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64C5B-2190-442A-AE0B-0F2DE394093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BB51B-8FBC-46FF-BAF1-7AD27E131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184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64C5B-2190-442A-AE0B-0F2DE394093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BB51B-8FBC-46FF-BAF1-7AD27E131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813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2064C5B-2190-442A-AE0B-0F2DE394093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DBBB51B-8FBC-46FF-BAF1-7AD27E131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994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api.company.com/sales?month=September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5292D-C036-421E-D91B-F0E93CC55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3"/>
            <a:ext cx="10058400" cy="490615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QUALITY ANALYST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Drisha.J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733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828CA-F620-E5C3-3C49-7BED50C2A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18011"/>
            <a:ext cx="10058400" cy="82731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TOPICS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3D4B5-41E6-1ECF-B650-37AF220A02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558834"/>
            <a:ext cx="4754880" cy="42933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TOPICS: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fundamentals (unit, integration,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tools: Playwright, Cypress,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Selenium basics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testing: Postman collections &amp; Newman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testing: Jest + React Testing Library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CI/CD integration for testing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80215B-5C4C-494C-EC81-5AE51C21E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0320" y="1558834"/>
            <a:ext cx="4754880" cy="42933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SECONDARY TOPICS: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concepts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&amp; OAuth2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component testing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testing: JMeter/k6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basics for QA</a:t>
            </a:r>
          </a:p>
        </p:txBody>
      </p:sp>
    </p:spTree>
    <p:extLst>
      <p:ext uri="{BB962C8B-B14F-4D97-AF65-F5344CB8AC3E}">
        <p14:creationId xmlns:p14="http://schemas.microsoft.com/office/powerpoint/2010/main" val="2610208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C7006-537A-AF33-25F2-975C561EB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QUALITY ANALYST</a:t>
            </a:r>
            <a:endParaRPr lang="en-IN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1C9E6-96BB-64D2-E4C1-18C43A46F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250" y="1809946"/>
            <a:ext cx="10452755" cy="44054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IS A QUALITY ANALYST?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Quality Analyst (QA) is a professional responsible for ensuring that the final product meets business requirements, user expectations, and technical quality standards before it is released.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act as a bridge between development and end-users, ensuring every feature is tested, bugs are fixed, and the system performs smoothly.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Scenario: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 e-commerce project, a QA will: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that login and payment features work correctly.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product data loads accurately through APIs.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automated UI tests for add-to-cart flow.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all automated tests pass before deployment.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255C3D-10FA-E795-2C63-7F93FAC22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748" y="3429000"/>
            <a:ext cx="3687452" cy="27655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21266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2C550-6E47-FEF9-550A-D5E2DF617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-444137"/>
            <a:ext cx="10058400" cy="200297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095B6-E9FC-FABF-016A-5C104151B0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8" y="789708"/>
            <a:ext cx="4937760" cy="520238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Does a Quality Analyst Do?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1.Understand Requirements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project goals and business needs.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what needs to be tested and define quality benchmarks.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2.Create Test Plans &amp; Cases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manual and automated tests for various scenarios.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expected results and conditions for acceptance.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3.Execute Tests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Unit, Integration, and End-to-End (E2E) testing.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both functional and non-functional aspects (like performance, usability, security).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4.dentify &amp; Report Bugs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issues using tools like JIRA.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Collaborate with developers to fix and re-test defects.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F9182E-6FE0-BFBF-3DF2-03F9A4122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0320" y="789708"/>
            <a:ext cx="4754880" cy="50624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5.Automate Testing Processes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 tools like Selenium, Cypress, or Playwright to reduce manual effort.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Ensure regression testing is automated for faster releases.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6.API &amp; UI Validation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Test APIs using Postman and automate them with Newman.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Validate front-end behavior with Jest and React Testing Library.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7.Integrate Testing in CI/CD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Ensure automated tests run during every code deployment (using Jenkins, GitHub Actions, etc.).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Maintain continuous feedback on software quality.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184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B55F0-C30C-5427-508E-76489CEDC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TESTING FUNDAMENTALS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64655-8559-7D2F-0F2D-2CED1D444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19"/>
            <a:ext cx="10058400" cy="41122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Software Testing?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Testing ensures that software meets business and technical requirements, works correctly, and provides a        great user experience.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Testing Levels: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Tests individual components or functions in isolation.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Checking a login function returns “Success” for valid input.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communication between multiple modules work smoothly together.</a:t>
            </a:r>
          </a:p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Testing whether “Order” and “Payment” modules work together.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(E2E) Testing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Validates the entire application flow from start to finish.</a:t>
            </a:r>
          </a:p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logs in -&gt; adds item -&gt; makes payment -&gt; order confirmation.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 Role: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coverage of all test levels.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business workflows through E2E testing.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Collaborate with dev team to identify issues early.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716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A2EE6-06DB-0F9C-34AC-637A1E965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AUTOMATION TOOLS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394E9-EA99-00B7-1428-B0A44067B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332720" cy="393192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Automation?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Automation reduces manual effort, increases test coverage, and ensures consistent testing across builds.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Tools: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1.Selenium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Open-source framework for web UI testing .It is an older tool but works with many languages like python and java.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browsers and languages.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Automate login page validation.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2.Cypress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Modern JavaScript framework for fast, reliable browser testing.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Verify checkout flow in an e-commerce site.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3.Playwright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Developed by Microsoft; supports cross-browser and mobile testing and full system testing.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Test both Chrome and Safari views of a React app.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 Role: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right tools based on project needs.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reusable automated test scripts.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automation into CI/CD pipelines.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55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5208F-F9B8-E040-2C46-DDE238B25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21233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5C73E-F86D-C556-1A30-10B177C80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2014195"/>
            <a:ext cx="10903132" cy="439531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API Testing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APIs function as expected, return correct data, and handle errors properly.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test the request and response between applications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Postman: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requests (GET, POST, PUT, DELETE) and validate responses.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status codes, response time, and data accuracy.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Verify “Add to Cart” API returns correct total price.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Newman Automation: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 tool to run Postman collections automatically.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CI/CD to execute API tests after each build.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 Role: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and maintain Postman collections.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assertions for response validation.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Newman in Jenkins/GitHub Actions for automation.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A3818A-68E0-21E9-7247-F1054F620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766" y="2722414"/>
            <a:ext cx="3721463" cy="297887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06754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33999-E7F9-814F-5CD8-A56E14549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-731520"/>
            <a:ext cx="10058400" cy="243841"/>
          </a:xfrm>
        </p:spPr>
        <p:txBody>
          <a:bodyPr>
            <a:normAutofit fontScale="90000"/>
          </a:bodyPr>
          <a:lstStyle/>
          <a:p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7072E-064A-02EE-A5FA-B4D2ECF951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5063" y="714103"/>
            <a:ext cx="5046617" cy="557348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of API Testing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APIs function as expected, return correct data, and handle errors properly.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test the request and response between applications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Postman: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requests (GET, POST, PUT, DELETE) and validate responses.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status codes, response time, and data accuracy.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Verify “Add to Cart” API returns correct total price.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test an API endpoint: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https://reqres.in/api/users?page=2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Postman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request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GET and enter URL: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https://reqres.in/api/users?page=2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Send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You’ll get a response with response  data in JSON format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68AA0-84AD-40DC-7339-D039BF58A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0319" y="714103"/>
            <a:ext cx="5264331" cy="566057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Newman Automation: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 tool to run Postman collections automatically.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CI/CD to execute API tests after each build.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 Role: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and maintain Postman collections.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assertions for response validation.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Newman in Jenkins/GitHub Actions for automation.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your Postman collection: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e.gMyCollection.json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it using Newman from your terminal 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Newman runs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MyCollection.json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all the API requests in that collection.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test results (Pass/Fail) in your terminal.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Output: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https://reqres.in/api/users?page=2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Status code: 200 OK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314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4966B-A54E-3C03-D7A5-53A1F2244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95107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TESTING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265B1-069A-9551-228C-2273E0CEC5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53440" y="1593669"/>
            <a:ext cx="10271760" cy="462173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check if React components display the right content and behave correctly when users interact with them (like clicking, typing, or submitting).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Jest: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JavaScript testing framework used for unit testing React code.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test if components render properly and return correct outputs.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if a “Login” button shows the correct text and calls the login function when clicked.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Testing Library (RTL):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testing user interactions instead of internal code logic.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how the app behaves from a real user’s point of view.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typing an email and password in a login form and check if the “Welcome” message appears after clicking Submit.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 Role: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simple and meaningful test cases for React components.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sure the user interface behaves as expected.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closely with developers to fix issues found during testing.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BD71D-E97F-7048-8430-535956342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0" y="1593669"/>
            <a:ext cx="235130" cy="462173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763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1958F-8793-9D1C-1094-AE38C1F4F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591795"/>
            <a:ext cx="10058400" cy="78416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CI/CD INTEGRATION FOR TESTING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3342E-BC18-0239-380A-6A40ACE97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891" y="1506583"/>
            <a:ext cx="11242766" cy="491163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CI/CD (Continuous Integration / Continuous Deployment) automates the process of building, testing, and deploying software so that every change in code is checked automatically.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updates the code in GitHub or Jenkins.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CI/CD pipeline automatically runs tests (unit, API, and UI).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all tests pass → the code is deployed to the next environment (like staging or production).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Jenkins, GitHub Actions, GitLab CI.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developer uploads new code,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Jenkins automatically runs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Jest tests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React components,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Newman runs API tests,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everything passes, the new version of the app is deployed.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 Role: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up and maintain automated tests in the CI/CD pipeline.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test reports and ensure all tests pass.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failed builds and coordinate with developers to fix issues.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210F7F-418B-9F1F-03E5-E7136F58D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7269" y="3762103"/>
            <a:ext cx="4476275" cy="238865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7564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A872-706B-BDC2-5E02-220504725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5"/>
            <a:ext cx="10058400" cy="80302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 API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3E63E-FABF-2943-6BD9-6FC69EF81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03" y="1611087"/>
            <a:ext cx="10411097" cy="482454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IN" sz="19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 APIs?</a:t>
            </a:r>
            <a:endParaRPr lang="en-US" sz="19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(Representational State Transfer) APIs allow communication between systems over HTTP.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a standard way to send and receive data between a client (e.g., browser, mobile app) and server.</a:t>
            </a:r>
          </a:p>
          <a:p>
            <a:pPr marL="0" indent="0">
              <a:buNone/>
            </a:pPr>
            <a:r>
              <a:rPr lang="en-US" sz="19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Concepts:</a:t>
            </a:r>
            <a:endParaRPr lang="en-US" sz="19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Client sends data or asks for information (GET, POST, PUT, DELETE).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Server sends back the requested data along with a status code(200 OK, 404 Not Found).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1.Request: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GET /sales-data?month=September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2.Response: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JSON containing sales figures for September.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Sql: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https://api.company.com/sales?month=September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body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"month": "September",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total_sales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150000,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"region": "North"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7E69E1-701A-0B0B-41A5-8F6021FE8E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9359" y="3570513"/>
            <a:ext cx="4013499" cy="2100398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2334413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61408-52A1-108E-9E2A-13B9415C5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5"/>
            <a:ext cx="10058400" cy="9162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Request–Response Flows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06539-60C2-1D7A-6877-4586452E8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4766" y="1645920"/>
            <a:ext cx="4981303" cy="48158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Request-Response Flow?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the communication process between a client and a server in a web or API system.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access a web page, or connect to a data API - a request is sent, and a response is received.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mechanism ensures data exchange between application.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When you click “Login”,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POST request goes to the server with your username &amp; password.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server sends a response (success or error message).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D850810-B59E-D254-4A41-E1DA8D7471C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88657337"/>
              </p:ext>
            </p:extLst>
          </p:nvPr>
        </p:nvGraphicFramePr>
        <p:xfrm>
          <a:off x="6096000" y="2046514"/>
          <a:ext cx="5643564" cy="3796938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881188">
                  <a:extLst>
                    <a:ext uri="{9D8B030D-6E8A-4147-A177-3AD203B41FA5}">
                      <a16:colId xmlns:a16="http://schemas.microsoft.com/office/drawing/2014/main" val="1621635886"/>
                    </a:ext>
                  </a:extLst>
                </a:gridCol>
                <a:gridCol w="1881188">
                  <a:extLst>
                    <a:ext uri="{9D8B030D-6E8A-4147-A177-3AD203B41FA5}">
                      <a16:colId xmlns:a16="http://schemas.microsoft.com/office/drawing/2014/main" val="3791599249"/>
                    </a:ext>
                  </a:extLst>
                </a:gridCol>
                <a:gridCol w="1881188">
                  <a:extLst>
                    <a:ext uri="{9D8B030D-6E8A-4147-A177-3AD203B41FA5}">
                      <a16:colId xmlns:a16="http://schemas.microsoft.com/office/drawing/2014/main" val="4099480335"/>
                    </a:ext>
                  </a:extLst>
                </a:gridCol>
              </a:tblGrid>
              <a:tr h="316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Reason</a:t>
                      </a:r>
                      <a:endParaRPr lang="en-US" sz="1000"/>
                    </a:p>
                  </a:txBody>
                  <a:tcPr marL="51305" marR="51305" marT="25653" marB="256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Why It Matters</a:t>
                      </a:r>
                      <a:endParaRPr lang="en-US" sz="1000"/>
                    </a:p>
                  </a:txBody>
                  <a:tcPr marL="51305" marR="51305" marT="25653" marB="256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Example</a:t>
                      </a:r>
                      <a:endParaRPr lang="en-US" sz="1000"/>
                    </a:p>
                  </a:txBody>
                  <a:tcPr marL="51305" marR="51305" marT="25653" marB="25653" anchor="ctr"/>
                </a:tc>
                <a:extLst>
                  <a:ext uri="{0D108BD9-81ED-4DB2-BD59-A6C34878D82A}">
                    <a16:rowId xmlns:a16="http://schemas.microsoft.com/office/drawing/2014/main" val="4268410629"/>
                  </a:ext>
                </a:extLst>
              </a:tr>
              <a:tr h="791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1. Understand app behavior</a:t>
                      </a:r>
                      <a:endParaRPr lang="en-US" sz="1000" dirty="0"/>
                    </a:p>
                  </a:txBody>
                  <a:tcPr marL="51305" marR="51305" marT="25653" marB="256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QA can know how frontend &amp; backend communicate.</a:t>
                      </a:r>
                    </a:p>
                  </a:txBody>
                  <a:tcPr marL="51305" marR="51305" marT="25653" marB="256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Login request -&gt; server returns token -&gt; user logged in.</a:t>
                      </a:r>
                    </a:p>
                  </a:txBody>
                  <a:tcPr marL="51305" marR="51305" marT="25653" marB="25653" anchor="ctr"/>
                </a:tc>
                <a:extLst>
                  <a:ext uri="{0D108BD9-81ED-4DB2-BD59-A6C34878D82A}">
                    <a16:rowId xmlns:a16="http://schemas.microsoft.com/office/drawing/2014/main" val="2800201615"/>
                  </a:ext>
                </a:extLst>
              </a:tr>
              <a:tr h="791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2. Find bugs easily</a:t>
                      </a:r>
                      <a:endParaRPr lang="en-US" sz="1000" dirty="0"/>
                    </a:p>
                  </a:txBody>
                  <a:tcPr marL="51305" marR="51305" marT="25653" marB="256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Helps detect if an issue is from frontend or backend.</a:t>
                      </a:r>
                    </a:p>
                  </a:txBody>
                  <a:tcPr marL="51305" marR="51305" marT="25653" marB="256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Login fails - QA checks response: is it 400 Bad Request or 500 Server Error?</a:t>
                      </a:r>
                    </a:p>
                  </a:txBody>
                  <a:tcPr marL="51305" marR="51305" marT="25653" marB="25653" anchor="ctr"/>
                </a:tc>
                <a:extLst>
                  <a:ext uri="{0D108BD9-81ED-4DB2-BD59-A6C34878D82A}">
                    <a16:rowId xmlns:a16="http://schemas.microsoft.com/office/drawing/2014/main" val="3140800154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3. Validate data correctness</a:t>
                      </a:r>
                      <a:endParaRPr lang="en-US" sz="1000" dirty="0"/>
                    </a:p>
                  </a:txBody>
                  <a:tcPr marL="51305" marR="51305" marT="25653" marB="256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Ensures data sent/received is correct and secure.</a:t>
                      </a:r>
                    </a:p>
                  </a:txBody>
                  <a:tcPr marL="51305" marR="51305" marT="25653" marB="256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Check if API returns correct user details after login.</a:t>
                      </a:r>
                    </a:p>
                  </a:txBody>
                  <a:tcPr marL="51305" marR="51305" marT="25653" marB="25653" anchor="ctr"/>
                </a:tc>
                <a:extLst>
                  <a:ext uri="{0D108BD9-81ED-4DB2-BD59-A6C34878D82A}">
                    <a16:rowId xmlns:a16="http://schemas.microsoft.com/office/drawing/2014/main" val="2644541873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4. Test performance &amp; security</a:t>
                      </a:r>
                      <a:endParaRPr lang="en-US" sz="1000" dirty="0"/>
                    </a:p>
                  </a:txBody>
                  <a:tcPr marL="51305" marR="51305" marT="25653" marB="256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Verify response time and proper error messages.</a:t>
                      </a:r>
                    </a:p>
                  </a:txBody>
                  <a:tcPr marL="51305" marR="51305" marT="25653" marB="256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Response takes too long -&gt; report as performance issue.</a:t>
                      </a:r>
                    </a:p>
                  </a:txBody>
                  <a:tcPr marL="51305" marR="51305" marT="25653" marB="25653" anchor="ctr"/>
                </a:tc>
                <a:extLst>
                  <a:ext uri="{0D108BD9-81ED-4DB2-BD59-A6C34878D82A}">
                    <a16:rowId xmlns:a16="http://schemas.microsoft.com/office/drawing/2014/main" val="1912805450"/>
                  </a:ext>
                </a:extLst>
              </a:tr>
              <a:tr h="791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5. API Testing</a:t>
                      </a:r>
                      <a:endParaRPr lang="en-US" sz="1000" dirty="0"/>
                    </a:p>
                  </a:txBody>
                  <a:tcPr marL="51305" marR="51305" marT="25653" marB="256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Most QA API tests depend on understanding requests &amp; responses.</a:t>
                      </a:r>
                    </a:p>
                  </a:txBody>
                  <a:tcPr marL="51305" marR="51305" marT="25653" marB="256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In Postman, QA validates status code (200, 404, 500) and response body.</a:t>
                      </a:r>
                    </a:p>
                  </a:txBody>
                  <a:tcPr marL="51305" marR="51305" marT="25653" marB="25653" anchor="ctr"/>
                </a:tc>
                <a:extLst>
                  <a:ext uri="{0D108BD9-81ED-4DB2-BD59-A6C34878D82A}">
                    <a16:rowId xmlns:a16="http://schemas.microsoft.com/office/drawing/2014/main" val="494106075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AA8AA9EA-DA96-F206-31AD-3E90CEE3F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It’s Important for QA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528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1FB18-700F-0B3C-8944-CD5DA0123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19491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 JWT &amp; OAuth2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50111-615A-2E0F-29CF-257A673A9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37510"/>
            <a:ext cx="10058400" cy="421494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</a:t>
            </a: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MEANT BY AUTHENTICATION?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means verifying who the user is.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checks whether the person trying to access a system is really who they say they are.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log in to your Gmail account: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enter your email (username) and password.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Gmail checks in its database — if your credentials match.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correct → You are authenticated (allowed in).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wrong → Access is denied.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QA, you should check: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works only with correct credentials.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users cannot access the system.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Tokens (like JWT) are properly verified and expire after a certain time.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methods (like OAuth2, 2FA) work properly.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E85496-7837-F922-9ECF-3C5D735EE6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998" y="2910600"/>
            <a:ext cx="3990620" cy="224545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269761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FF2E-82C5-4E30-C30F-F9E14ED33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 WEB TOKENS(JWT)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FFA9C-CF79-DB7C-C093-3416027805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03119"/>
            <a:ext cx="4968240" cy="424542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JWT(Json Web Tokens):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is a compact, encoded token used for securely transmitting information between two parties usually the client (user) and the server.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the server identify who is making the request without needing to check the database every time.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JWT has 3 parts, separated by dots (.):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contains algorithm and token type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contains user data (like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email, etc.)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verifies the token is valid and not tampered with.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OiJIUzI1NiIsInR5cCI6IkpXVCJ9.eyJ1c2VySWQiOjEsIm5hbWUiOiJKYW5lIn0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E43982-FC33-9E0C-7651-4A36F1990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5337" y="2103119"/>
            <a:ext cx="5251269" cy="424542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logs in with valid credentials.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generates a JWT and gives it to the client.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sends this token with each new API request.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verifies token -&gt; if valid, access is granted.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 Validates: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is generated correctly after login.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expires at the expected time.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Invalid/expired tokens are rejected by the API.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access is allowed without a valid token.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011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4BF2D-3BA7-DB3C-7398-258957CB9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90753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OAuth2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A02D2-4175-CE0A-7C8A-3938B9EA9E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2811" y="1680753"/>
            <a:ext cx="5216435" cy="478971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meant by OAuth2?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OAuth2 is an authorization framework used when you log in via Google, GitHub, Facebook, etc.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third-party apps to access user data without sharing passwords -instead, it uses access tokens.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apps access limited user data securely like name or email  using tokens instead of passwords.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choose “Sign in with Google,” OAuth2 handles the process of verifying your identity securely.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GET https://www.googleapis.com/userinfo/v2/me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Authorization: Bearer ya29.a0AfH6SMB...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Tokens Used: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1.Access Token: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to access resources for a short time.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2.Refresh Token: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to get a new access token when the old one expires.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7F044-083D-E719-CD10-C27731A51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0320" y="1611086"/>
            <a:ext cx="4754880" cy="460432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 (Real-Time Flow):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click “Continue with Google”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-Canva redirects you to Google’s login page.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log in with your Google account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Google asks: “Allow Canva to access your name and email?”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click Allow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-Google sends an Access Token to Canva.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Canva uses that token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Canva now gets your basic info (like name, profile picture) from Google without knowing your password.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logged into Canva safely using Google!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QA Tests: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As a QA, you should check: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Redirect to Google works correctly.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Permission popup appears properly.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is received and used correctly.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is blocked when token expires or is invalid.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024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E015-5927-AAB9-01F3-80FBBF31B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11653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Component Testing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96F66-8371-AE64-72CD-5897D2162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913467"/>
            <a:ext cx="4754880" cy="430193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Web Components?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reusable UI parts like buttons, forms, modals  built using HTML, CSS, and JavaScript.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make web development modular and consistent.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 Focus Areas: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each component’s functionality (click, hover, input).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appearance and responsiveness across devices.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integration between components works in browsers.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Tools: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Playwright / Cypress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For functional &amp; UI behavior testing.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Storybook + Jest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For visual regression &amp; component unit testing.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20BE88-AD54-E6CC-AAEC-50637DC15A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0320" y="2003066"/>
            <a:ext cx="4754880" cy="430193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Example: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you’re testing a login page: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if the “Login” button gets disabled until fields are filled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clicking, verify the loader and redirect to the dashboard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 ensures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text, color, and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button are correct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 responds properly to clicks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message or next action appears after clicking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works on different browsers and screen sizes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528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B7BB7-4120-A6F6-F98A-590DEA48C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02074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Testing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27808-322B-930F-26A3-27BD2162CD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663337"/>
            <a:ext cx="4754880" cy="478100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Performance Testing?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testing checks how fast and stable an app is under different loads.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performance issues before release.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1,000 people use a shopping website during a sale, QA ensures the site doesn’t slow down or crash.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QA Checks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 (how fast pages load)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 or crashes under load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and memory usage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bottlenecks or performance issues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JMeter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GUI tool to simulate users and see performance graphs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Code-based tool to test APIs and integrate with CI/CD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LoadRunner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Enterprise tool for performance testing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CE20236-BB44-14A8-71D7-0511AD62393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27239095"/>
              </p:ext>
            </p:extLst>
          </p:nvPr>
        </p:nvGraphicFramePr>
        <p:xfrm>
          <a:off x="6370638" y="2103120"/>
          <a:ext cx="4754562" cy="4112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854">
                  <a:extLst>
                    <a:ext uri="{9D8B030D-6E8A-4147-A177-3AD203B41FA5}">
                      <a16:colId xmlns:a16="http://schemas.microsoft.com/office/drawing/2014/main" val="4161828116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val="182574589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val="1882363009"/>
                    </a:ext>
                  </a:extLst>
                </a:gridCol>
              </a:tblGrid>
              <a:tr h="744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Type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Purpose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Simple Example</a:t>
                      </a:r>
                      <a:endParaRPr 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1436684"/>
                  </a:ext>
                </a:extLst>
              </a:tr>
              <a:tr h="744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1.Load Testing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Check if app works fine under expected (normal) load.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500 users shopping on a website — does it stay fast?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8194510"/>
                  </a:ext>
                </a:extLst>
              </a:tr>
              <a:tr h="744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2.Stress Testing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Push system beyond its limit to find breaking point.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5,000 users login at once — does it crash or slow down?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097801"/>
                  </a:ext>
                </a:extLst>
              </a:tr>
              <a:tr h="744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3.Spike Testing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Test sudden traffic increase.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Suddenly 2,000 users open site after a sale starts.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2265838"/>
                  </a:ext>
                </a:extLst>
              </a:tr>
              <a:tr h="1136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4.Endurance (Soak) Testing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Check long-term stability.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200 users use app continuously for 24 hours — does it leak memory or slow down?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6622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4842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EA0D7-0343-ABC5-44E4-136E5177A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88140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Basics for QA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73CDC-41ED-9B37-CCC3-68115FBE9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1" y="1642533"/>
            <a:ext cx="5359400" cy="43925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Cloud Matters: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apps run on cloud platforms like AWS, Azure, and GCP. QA ensures testing works properly in these environments.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 Responsibilities: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handles more users without issues.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stays up even if some servers fail.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authorized users can access data.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QA runs Playwright or API tests on AWS or Azure pipelines to verify all endpoints work properly after deployment.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ACD329-A26D-0B46-1922-B2700CFE7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7933" y="2362199"/>
            <a:ext cx="4821237" cy="298026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150039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07C64-0D73-D21E-C3E9-007FF96F8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1066800" y="-1079863"/>
            <a:ext cx="10058400" cy="53993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CD1BF-0FE3-AA78-3DAD-4F530A6D2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653143"/>
            <a:ext cx="10058400" cy="53818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&amp; Platforms QA Should Know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AWS, Azure, Google Cloud (GCP)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Tools: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Playwright / Cypress -&gt; Web testing in cloud environments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 / Newman -&gt;API testing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JMeter / k6 -&gt; Performance testing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CI/CD Pipelines: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 automated tests in cloud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GitHub Actions, Jenkins, Azure DevOps)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Example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banking web app is hosted on AWS.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 runs Playwright tests in the cloud to verify: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and transactions work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 stable under high load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remains secure and encrypted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5A2109-CA5D-DDA7-5AB8-3B5C8C77C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188" y="3509554"/>
            <a:ext cx="3571875" cy="21248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07324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CB5EC-8614-4B69-D9A8-A0F90A912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F5477-2873-3617-B377-6B021ABAD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3"/>
            <a:ext cx="10058400" cy="4906151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By:Drisha.J</a:t>
            </a:r>
          </a:p>
        </p:txBody>
      </p:sp>
    </p:spTree>
    <p:extLst>
      <p:ext uri="{BB962C8B-B14F-4D97-AF65-F5344CB8AC3E}">
        <p14:creationId xmlns:p14="http://schemas.microsoft.com/office/powerpoint/2010/main" val="621937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1812</TotalTime>
  <Words>2991</Words>
  <Application>Microsoft Office PowerPoint</Application>
  <PresentationFormat>Widescreen</PresentationFormat>
  <Paragraphs>336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Century Gothic</vt:lpstr>
      <vt:lpstr>Garamond</vt:lpstr>
      <vt:lpstr>Times New Roman</vt:lpstr>
      <vt:lpstr>Wingdings</vt:lpstr>
      <vt:lpstr>Savon</vt:lpstr>
      <vt:lpstr>             QUALITY ANALYST                        Presenter : Drisha.J</vt:lpstr>
      <vt:lpstr>        TOPICS OVERVIEW</vt:lpstr>
      <vt:lpstr>              QUALITY ANALYST</vt:lpstr>
      <vt:lpstr>PowerPoint Presentation</vt:lpstr>
      <vt:lpstr>     TESTING FUNDAMENTALS </vt:lpstr>
      <vt:lpstr>      AUTOMATION TOOLS </vt:lpstr>
      <vt:lpstr>                 API TESTING</vt:lpstr>
      <vt:lpstr>PowerPoint Presentation</vt:lpstr>
      <vt:lpstr>             REACT TESTING </vt:lpstr>
      <vt:lpstr>CI/CD INTEGRATION FOR TESTING </vt:lpstr>
      <vt:lpstr>           REST API BASICS</vt:lpstr>
      <vt:lpstr>       Request–Response Flows</vt:lpstr>
      <vt:lpstr>     Authentication: JWT &amp; OAuth2</vt:lpstr>
      <vt:lpstr>     JSON WEB TOKENS(JWT)</vt:lpstr>
      <vt:lpstr>                       OAuth2</vt:lpstr>
      <vt:lpstr>         Web Component Testing</vt:lpstr>
      <vt:lpstr>          Performance Testing</vt:lpstr>
      <vt:lpstr>          Cloud Basics for QA</vt:lpstr>
      <vt:lpstr>PowerPoint Presentation</vt:lpstr>
      <vt:lpstr>                                 THANK YOU                                          Presented By:Drisha.J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Jenish J</dc:creator>
  <cp:lastModifiedBy>Pavithra Manikandan</cp:lastModifiedBy>
  <cp:revision>4</cp:revision>
  <dcterms:created xsi:type="dcterms:W3CDTF">2025-10-31T06:56:33Z</dcterms:created>
  <dcterms:modified xsi:type="dcterms:W3CDTF">2025-11-02T20:29:05Z</dcterms:modified>
</cp:coreProperties>
</file>